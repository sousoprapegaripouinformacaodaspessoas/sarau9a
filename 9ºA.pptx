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grandir Wide" charset="1" panose="00000505000000000000"/>
      <p:regular r:id="rId19"/>
    </p:embeddedFont>
    <p:embeddedFont>
      <p:font typeface="HK Grotesk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1127"/>
            <a:ext cx="18288000" cy="10783931"/>
          </a:xfrm>
          <a:custGeom>
            <a:avLst/>
            <a:gdLst/>
            <a:ahLst/>
            <a:cxnLst/>
            <a:rect r="r" b="b" t="t" l="l"/>
            <a:pathLst>
              <a:path h="10783931" w="18288000">
                <a:moveTo>
                  <a:pt x="0" y="0"/>
                </a:moveTo>
                <a:lnTo>
                  <a:pt x="18288000" y="0"/>
                </a:lnTo>
                <a:lnTo>
                  <a:pt x="18288000" y="10783930"/>
                </a:lnTo>
                <a:lnTo>
                  <a:pt x="0" y="1078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50" r="0" b="-1055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209305" y="8934450"/>
            <a:ext cx="2078695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75"/>
              </a:lnSpc>
              <a:spcBef>
                <a:spcPct val="0"/>
              </a:spcBef>
            </a:pPr>
            <a:r>
              <a:rPr lang="en-US" sz="6767">
                <a:solidFill>
                  <a:srgbClr val="233DFF"/>
                </a:solidFill>
                <a:latin typeface="Agrandir Wide"/>
                <a:ea typeface="Agrandir Wide"/>
                <a:cs typeface="Agrandir Wide"/>
                <a:sym typeface="Agrandir Wide"/>
              </a:rPr>
              <a:t>9ºA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731" y="0"/>
            <a:ext cx="18831650" cy="10592803"/>
          </a:xfrm>
          <a:custGeom>
            <a:avLst/>
            <a:gdLst/>
            <a:ahLst/>
            <a:cxnLst/>
            <a:rect r="r" b="b" t="t" l="l"/>
            <a:pathLst>
              <a:path h="10592803" w="18831650">
                <a:moveTo>
                  <a:pt x="0" y="0"/>
                </a:moveTo>
                <a:lnTo>
                  <a:pt x="18831650" y="0"/>
                </a:lnTo>
                <a:lnTo>
                  <a:pt x="18831650" y="10592803"/>
                </a:lnTo>
                <a:lnTo>
                  <a:pt x="0" y="105928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337" t="-46161" r="0" b="-12954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7022"/>
            <a:ext cx="18226620" cy="10314022"/>
          </a:xfrm>
          <a:custGeom>
            <a:avLst/>
            <a:gdLst/>
            <a:ahLst/>
            <a:cxnLst/>
            <a:rect r="r" b="b" t="t" l="l"/>
            <a:pathLst>
              <a:path h="10314022" w="18226620">
                <a:moveTo>
                  <a:pt x="0" y="0"/>
                </a:moveTo>
                <a:lnTo>
                  <a:pt x="18226620" y="0"/>
                </a:lnTo>
                <a:lnTo>
                  <a:pt x="18226620" y="10314022"/>
                </a:lnTo>
                <a:lnTo>
                  <a:pt x="0" y="10314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921" r="0" b="-29429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74659" y="0"/>
            <a:ext cx="18806715" cy="10287000"/>
          </a:xfrm>
          <a:custGeom>
            <a:avLst/>
            <a:gdLst/>
            <a:ahLst/>
            <a:cxnLst/>
            <a:rect r="r" b="b" t="t" l="l"/>
            <a:pathLst>
              <a:path h="10287000" w="18806715">
                <a:moveTo>
                  <a:pt x="0" y="0"/>
                </a:moveTo>
                <a:lnTo>
                  <a:pt x="18806715" y="0"/>
                </a:lnTo>
                <a:lnTo>
                  <a:pt x="1880671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93" t="-30845" r="0" b="-15721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107734"/>
            <a:ext cx="18261025" cy="11394734"/>
          </a:xfrm>
          <a:custGeom>
            <a:avLst/>
            <a:gdLst/>
            <a:ahLst/>
            <a:cxnLst/>
            <a:rect r="r" b="b" t="t" l="l"/>
            <a:pathLst>
              <a:path h="11394734" w="18261025">
                <a:moveTo>
                  <a:pt x="0" y="0"/>
                </a:moveTo>
                <a:lnTo>
                  <a:pt x="18261025" y="0"/>
                </a:lnTo>
                <a:lnTo>
                  <a:pt x="18261025" y="11394734"/>
                </a:lnTo>
                <a:lnTo>
                  <a:pt x="0" y="11394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76" t="-24050" r="-1676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451" y="0"/>
            <a:ext cx="18325571" cy="13037373"/>
          </a:xfrm>
          <a:custGeom>
            <a:avLst/>
            <a:gdLst/>
            <a:ahLst/>
            <a:cxnLst/>
            <a:rect r="r" b="b" t="t" l="l"/>
            <a:pathLst>
              <a:path h="13037373" w="18325571">
                <a:moveTo>
                  <a:pt x="0" y="0"/>
                </a:moveTo>
                <a:lnTo>
                  <a:pt x="18325571" y="0"/>
                </a:lnTo>
                <a:lnTo>
                  <a:pt x="18325571" y="13037373"/>
                </a:lnTo>
                <a:lnTo>
                  <a:pt x="0" y="13037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61" t="-3802" r="-5561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999115"/>
          </a:xfrm>
          <a:custGeom>
            <a:avLst/>
            <a:gdLst/>
            <a:ahLst/>
            <a:cxnLst/>
            <a:rect r="r" b="b" t="t" l="l"/>
            <a:pathLst>
              <a:path h="10999115" w="18288000">
                <a:moveTo>
                  <a:pt x="0" y="0"/>
                </a:moveTo>
                <a:lnTo>
                  <a:pt x="18288000" y="0"/>
                </a:lnTo>
                <a:lnTo>
                  <a:pt x="18288000" y="10999115"/>
                </a:lnTo>
                <a:lnTo>
                  <a:pt x="0" y="109991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50" r="0" b="-8625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181121" cy="10287000"/>
          </a:xfrm>
          <a:custGeom>
            <a:avLst/>
            <a:gdLst/>
            <a:ahLst/>
            <a:cxnLst/>
            <a:rect r="r" b="b" t="t" l="l"/>
            <a:pathLst>
              <a:path h="10287000" w="18181121">
                <a:moveTo>
                  <a:pt x="0" y="0"/>
                </a:moveTo>
                <a:lnTo>
                  <a:pt x="18181121" y="0"/>
                </a:lnTo>
                <a:lnTo>
                  <a:pt x="1818112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07" r="0" b="-7607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8605" y="0"/>
            <a:ext cx="18445209" cy="11886769"/>
          </a:xfrm>
          <a:custGeom>
            <a:avLst/>
            <a:gdLst/>
            <a:ahLst/>
            <a:cxnLst/>
            <a:rect r="r" b="b" t="t" l="l"/>
            <a:pathLst>
              <a:path h="11886769" w="18445209">
                <a:moveTo>
                  <a:pt x="0" y="0"/>
                </a:moveTo>
                <a:lnTo>
                  <a:pt x="18445210" y="0"/>
                </a:lnTo>
                <a:lnTo>
                  <a:pt x="18445210" y="11886769"/>
                </a:lnTo>
                <a:lnTo>
                  <a:pt x="0" y="11886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92" r="0" b="-2689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34166" cy="10287000"/>
          </a:xfrm>
          <a:custGeom>
            <a:avLst/>
            <a:gdLst/>
            <a:ahLst/>
            <a:cxnLst/>
            <a:rect r="r" b="b" t="t" l="l"/>
            <a:pathLst>
              <a:path h="10287000" w="18334166">
                <a:moveTo>
                  <a:pt x="0" y="0"/>
                </a:moveTo>
                <a:lnTo>
                  <a:pt x="18334166" y="0"/>
                </a:lnTo>
                <a:lnTo>
                  <a:pt x="1833416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90" t="-37388" r="-139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148" r="0" b="-14148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06990"/>
          </a:xfrm>
          <a:custGeom>
            <a:avLst/>
            <a:gdLst/>
            <a:ahLst/>
            <a:cxnLst/>
            <a:rect r="r" b="b" t="t" l="l"/>
            <a:pathLst>
              <a:path h="10206990" w="18288000">
                <a:moveTo>
                  <a:pt x="0" y="0"/>
                </a:moveTo>
                <a:lnTo>
                  <a:pt x="18288000" y="0"/>
                </a:lnTo>
                <a:lnTo>
                  <a:pt x="18288000" y="10206990"/>
                </a:lnTo>
                <a:lnTo>
                  <a:pt x="0" y="10206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20" t="0" r="-7410" b="-1155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724441" y="9212592"/>
            <a:ext cx="1563559" cy="1074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5"/>
              </a:lnSpc>
            </a:pPr>
            <a:r>
              <a:rPr lang="en-US" b="true" sz="6282" spc="502">
                <a:solidFill>
                  <a:srgbClr val="233D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9ºA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DAHUJH3RBIg</dc:identifier>
  <dcterms:modified xsi:type="dcterms:W3CDTF">2011-08-01T06:04:30Z</dcterms:modified>
  <cp:revision>1</cp:revision>
  <dc:title>9ºA</dc:title>
</cp:coreProperties>
</file>